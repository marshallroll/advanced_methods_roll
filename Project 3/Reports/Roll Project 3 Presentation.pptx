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4"/>
  </p:sldMasterIdLst>
  <p:notesMasterIdLst>
    <p:notesMasterId r:id="rId11"/>
  </p:notesMasterIdLst>
  <p:handoutMasterIdLst>
    <p:handoutMasterId r:id="rId12"/>
  </p:handoutMasterIdLst>
  <p:sldIdLst>
    <p:sldId id="1522" r:id="rId5"/>
    <p:sldId id="1528" r:id="rId6"/>
    <p:sldId id="1526" r:id="rId7"/>
    <p:sldId id="1521" r:id="rId8"/>
    <p:sldId id="1527" r:id="rId9"/>
    <p:sldId id="15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" userId="S::v-felizabeth@microsoft.com::ba5aea11-28e4-484d-8e49-c15efb1bd2e9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AA383-4B97-92CB-B908-3EAF3589B59E}" v="6" dt="2025-04-02T15:51:59.125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3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8A5B-5EB3-C16C-E3CB-45F8A198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15C1D-AEB9-2953-ED97-835F8B2BE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89313-157F-462C-9C52-5EDBA2904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6F5B3-4143-69B0-7055-0C34B175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018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866B-03DE-A49A-D41C-20979E008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B2DC3-E931-F77F-239B-FBA8C66CF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FF9F7-A8FE-0D34-7BAA-C5E55621E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D6CC3-A651-2ED0-D638-923D4C446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26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AA04CA-6D91-004C-FA88-4221A31A77F6}"/>
              </a:ext>
            </a:extLst>
          </p:cNvPr>
          <p:cNvGrpSpPr/>
          <p:nvPr/>
        </p:nvGrpSpPr>
        <p:grpSpPr>
          <a:xfrm>
            <a:off x="1524" y="477705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317687-1EB3-6E94-A975-D3BE6710509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A8497D-927F-1F00-CAA6-850ED9ACF360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1999" cy="4777054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97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080842-8B21-79F6-5E17-600AD47CB464}"/>
              </a:ext>
            </a:extLst>
          </p:cNvPr>
          <p:cNvCxnSpPr>
            <a:cxnSpLocks/>
          </p:cNvCxnSpPr>
          <p:nvPr userDrawn="1"/>
        </p:nvCxnSpPr>
        <p:spPr>
          <a:xfrm>
            <a:off x="1524" y="1521917"/>
            <a:ext cx="1218895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95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71930" y="5417288"/>
            <a:ext cx="1645920" cy="576072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txBody>
          <a:bodyPr/>
          <a:lstStyle>
            <a:lvl1pPr algn="ctr">
              <a:defRPr sz="1800">
                <a:latin typeface="+mn-lt"/>
              </a:defRPr>
            </a:lvl1pPr>
          </a:lstStyle>
          <a:p>
            <a:fld id="{D975B2AB-B1B0-9D4B-B2A8-A5151114B019}" type="datetime1">
              <a:rPr lang="en-US" smtClean="0"/>
              <a:pPr/>
              <a:t>4/21/2026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419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8B1156-C178-1504-109B-CF8ADAE9B475}"/>
              </a:ext>
            </a:extLst>
          </p:cNvPr>
          <p:cNvGrpSpPr/>
          <p:nvPr/>
        </p:nvGrpSpPr>
        <p:grpSpPr>
          <a:xfrm rot="5400000">
            <a:off x="3278777" y="3310128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1463BD2-DAB2-AF5C-4D67-BA2B1F64FE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B5A769-74D3-8C05-3657-37504461DB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58139-7A1B-13F8-B5B6-155C0375F82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168896" y="557784"/>
            <a:ext cx="1371600" cy="365760"/>
          </a:xfrm>
        </p:spPr>
        <p:txBody>
          <a:bodyPr/>
          <a:lstStyle/>
          <a:p>
            <a:fld id="{94701BC7-7095-6A42-BCA0-E1E7A2BF1A8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89D19-6D0E-1D65-68E9-F2021472CEC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631336" y="6117336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150C9A-6B16-7549-61C9-F153E20572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168896" y="6117336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9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206240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CD18-F1A3-CBD0-2E24-E3B85CEA969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65760" y="6309360"/>
            <a:ext cx="1371600" cy="365760"/>
          </a:xfrm>
        </p:spPr>
        <p:txBody>
          <a:bodyPr/>
          <a:lstStyle/>
          <a:p>
            <a:fld id="{8F528A8F-6E66-6041-838C-24B654F56D9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AFE02-1698-14D9-6D95-D7B05BD021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35208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23E1E-7DF2-A895-FD0A-B6B12868AF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59084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3FC25D-52EB-4469-84DC-4AC70D4D7DD2}"/>
              </a:ext>
            </a:extLst>
          </p:cNvPr>
          <p:cNvGrpSpPr/>
          <p:nvPr/>
        </p:nvGrpSpPr>
        <p:grpSpPr>
          <a:xfrm rot="5400000">
            <a:off x="2038314" y="3314697"/>
            <a:ext cx="6858000" cy="228600"/>
            <a:chOff x="1524" y="486404"/>
            <a:chExt cx="12190476" cy="23045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E0701D7-BBAE-AF7D-1911-C1EF77C20BB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5DCD47-D7D6-468D-61EF-A698DA3D82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8058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6B9B18D-498E-8BF2-85F9-CECC6B1E2F84}"/>
              </a:ext>
            </a:extLst>
          </p:cNvPr>
          <p:cNvGrpSpPr/>
          <p:nvPr userDrawn="1"/>
        </p:nvGrpSpPr>
        <p:grpSpPr>
          <a:xfrm>
            <a:off x="1524" y="621942"/>
            <a:ext cx="12189714" cy="5624442"/>
            <a:chOff x="1524" y="679790"/>
            <a:chExt cx="12189714" cy="5624442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96FE84-0A13-A29F-A4E8-292742379AD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9D638E-5BD7-A449-2EFE-F99BFA446FB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FBA7D1E-DA33-A2FA-A81A-D6EB828F4482}"/>
                </a:ext>
              </a:extLst>
            </p:cNvPr>
            <p:cNvGrpSpPr/>
            <p:nvPr/>
          </p:nvGrpSpPr>
          <p:grpSpPr>
            <a:xfrm rot="16200000">
              <a:off x="3281050" y="3377216"/>
              <a:ext cx="5623560" cy="230471"/>
              <a:chOff x="1517" y="-1102564"/>
              <a:chExt cx="12190483" cy="23047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9023D91-CD23-FCDB-CD80-1285134E95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1" y="-1102564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101D74D-C07B-E264-91B1-BFC25D1CC6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7" y="-872093"/>
                <a:ext cx="12188959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8517" y="1559052"/>
            <a:ext cx="4480560" cy="3739896"/>
          </a:xfrm>
        </p:spPr>
        <p:txBody>
          <a:bodyPr anchor="ctr" anchorCtr="0">
            <a:normAutofit/>
          </a:bodyPr>
          <a:lstStyle>
            <a:lvl1pPr algn="ctr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208065" y="627418"/>
            <a:ext cx="5983935" cy="5596128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" r="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15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4F8D86E-5D70-7185-C411-C71D956B9C53}"/>
              </a:ext>
            </a:extLst>
          </p:cNvPr>
          <p:cNvGrpSpPr/>
          <p:nvPr userDrawn="1"/>
        </p:nvGrpSpPr>
        <p:grpSpPr>
          <a:xfrm>
            <a:off x="762" y="4323710"/>
            <a:ext cx="12190476" cy="230457"/>
            <a:chOff x="1524" y="486404"/>
            <a:chExt cx="12190476" cy="23045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92226F6-839F-E0FD-4A1B-F028A504415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D3AA5B1-AF38-6DBD-00FF-264F5F3B680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C3CA0-C363-69D3-827F-AF038DF1A90C}"/>
              </a:ext>
            </a:extLst>
          </p:cNvPr>
          <p:cNvCxnSpPr>
            <a:cxnSpLocks/>
          </p:cNvCxnSpPr>
          <p:nvPr/>
        </p:nvCxnSpPr>
        <p:spPr>
          <a:xfrm>
            <a:off x="7823179" y="4554167"/>
            <a:ext cx="0" cy="23038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8883CA6-E205-E263-764B-64C61C1320D0}"/>
              </a:ext>
            </a:extLst>
          </p:cNvPr>
          <p:cNvGrpSpPr/>
          <p:nvPr userDrawn="1"/>
        </p:nvGrpSpPr>
        <p:grpSpPr>
          <a:xfrm>
            <a:off x="1524" y="486404"/>
            <a:ext cx="12190476" cy="230457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0BE2DC9-8E74-FFAE-BD8E-F04D7AF773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0740C90-E1CD-A152-9536-FF1D3721A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583" y="984562"/>
            <a:ext cx="7551109" cy="3071446"/>
          </a:xfrm>
        </p:spPr>
        <p:txBody>
          <a:bodyPr anchor="ctr" anchorCtr="0">
            <a:no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FCA6BCB-48B7-F81F-5A99-F96883C67B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72000"/>
            <a:ext cx="12191999" cy="2286000"/>
          </a:xfrm>
          <a:custGeom>
            <a:avLst/>
            <a:gdLst>
              <a:gd name="connsiteX0" fmla="*/ 7837048 w 12191999"/>
              <a:gd name="connsiteY0" fmla="*/ 0 h 2286000"/>
              <a:gd name="connsiteX1" fmla="*/ 12191999 w 12191999"/>
              <a:gd name="connsiteY1" fmla="*/ 0 h 2286000"/>
              <a:gd name="connsiteX2" fmla="*/ 12191999 w 12191999"/>
              <a:gd name="connsiteY2" fmla="*/ 2286000 h 2286000"/>
              <a:gd name="connsiteX3" fmla="*/ 7837048 w 12191999"/>
              <a:gd name="connsiteY3" fmla="*/ 2286000 h 2286000"/>
              <a:gd name="connsiteX4" fmla="*/ 0 w 12191999"/>
              <a:gd name="connsiteY4" fmla="*/ 0 h 2286000"/>
              <a:gd name="connsiteX5" fmla="*/ 7809616 w 12191999"/>
              <a:gd name="connsiteY5" fmla="*/ 0 h 2286000"/>
              <a:gd name="connsiteX6" fmla="*/ 7809616 w 12191999"/>
              <a:gd name="connsiteY6" fmla="*/ 2286000 h 2286000"/>
              <a:gd name="connsiteX7" fmla="*/ 0 w 12191999"/>
              <a:gd name="connsiteY7" fmla="*/ 2286000 h 228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2286000">
                <a:moveTo>
                  <a:pt x="7837048" y="0"/>
                </a:moveTo>
                <a:lnTo>
                  <a:pt x="12191999" y="0"/>
                </a:lnTo>
                <a:lnTo>
                  <a:pt x="12191999" y="2286000"/>
                </a:lnTo>
                <a:lnTo>
                  <a:pt x="7837048" y="2286000"/>
                </a:lnTo>
                <a:close/>
                <a:moveTo>
                  <a:pt x="0" y="0"/>
                </a:moveTo>
                <a:lnTo>
                  <a:pt x="7809616" y="0"/>
                </a:lnTo>
                <a:lnTo>
                  <a:pt x="7809616" y="2286000"/>
                </a:lnTo>
                <a:lnTo>
                  <a:pt x="0" y="2286000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2582" y="4771572"/>
            <a:ext cx="5943600" cy="11887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1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AB4C54-8CF8-4055-8919-69F08126C2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71930" y="5417288"/>
            <a:ext cx="1645920" cy="576072"/>
          </a:xfrm>
          <a:custGeom>
            <a:avLst/>
            <a:gdLst>
              <a:gd name="connsiteX0" fmla="*/ 288036 w 1645920"/>
              <a:gd name="connsiteY0" fmla="*/ 0 h 576072"/>
              <a:gd name="connsiteX1" fmla="*/ 1357884 w 1645920"/>
              <a:gd name="connsiteY1" fmla="*/ 0 h 576072"/>
              <a:gd name="connsiteX2" fmla="*/ 1645920 w 1645920"/>
              <a:gd name="connsiteY2" fmla="*/ 288036 h 576072"/>
              <a:gd name="connsiteX3" fmla="*/ 1357884 w 1645920"/>
              <a:gd name="connsiteY3" fmla="*/ 576072 h 576072"/>
              <a:gd name="connsiteX4" fmla="*/ 288036 w 1645920"/>
              <a:gd name="connsiteY4" fmla="*/ 576072 h 576072"/>
              <a:gd name="connsiteX5" fmla="*/ 0 w 1645920"/>
              <a:gd name="connsiteY5" fmla="*/ 288036 h 576072"/>
              <a:gd name="connsiteX6" fmla="*/ 288036 w 1645920"/>
              <a:gd name="connsiteY6" fmla="*/ 0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5920" h="576072">
                <a:moveTo>
                  <a:pt x="288036" y="0"/>
                </a:moveTo>
                <a:lnTo>
                  <a:pt x="1357884" y="0"/>
                </a:lnTo>
                <a:cubicBezTo>
                  <a:pt x="1516962" y="0"/>
                  <a:pt x="1645920" y="128958"/>
                  <a:pt x="1645920" y="288036"/>
                </a:cubicBezTo>
                <a:cubicBezTo>
                  <a:pt x="1645920" y="447114"/>
                  <a:pt x="1516962" y="576072"/>
                  <a:pt x="1357884" y="576072"/>
                </a:cubicBezTo>
                <a:lnTo>
                  <a:pt x="288036" y="576072"/>
                </a:lnTo>
                <a:cubicBezTo>
                  <a:pt x="128958" y="576072"/>
                  <a:pt x="0" y="447114"/>
                  <a:pt x="0" y="288036"/>
                </a:cubicBezTo>
                <a:cubicBezTo>
                  <a:pt x="0" y="128958"/>
                  <a:pt x="128958" y="0"/>
                  <a:pt x="288036" y="0"/>
                </a:cubicBezTo>
                <a:close/>
              </a:path>
            </a:pathLst>
          </a:custGeom>
          <a:ln w="15875">
            <a:solidFill>
              <a:schemeClr val="tx1"/>
            </a:solidFill>
          </a:ln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pPr lvl="0"/>
            <a:r>
              <a:rPr lang="en-US" dirty="0"/>
              <a:t>M/D/</a:t>
            </a:r>
            <a:r>
              <a:rPr lang="en-US" dirty="0" err="1"/>
              <a:t>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697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0A6910-53B1-887E-1BB5-00A1F4FB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1F0465-4D18-9B18-DD2D-EDB2FA85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AC0C-3553-79B8-C54F-1755C5A9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21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1610379"/>
            <a:ext cx="7876287" cy="3592629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537327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B934-A7B2-524D-BFEC-F77CDECEE6E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00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4637-5A31-8644-BF75-15F39C94EBA3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89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97013" y="633794"/>
            <a:ext cx="4394987" cy="559041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35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7E0C5C-1BE1-9C59-13F8-71572AFB5DAC}"/>
              </a:ext>
            </a:extLst>
          </p:cNvPr>
          <p:cNvGrpSpPr/>
          <p:nvPr userDrawn="1"/>
        </p:nvGrpSpPr>
        <p:grpSpPr>
          <a:xfrm>
            <a:off x="1524" y="621942"/>
            <a:ext cx="12189714" cy="5624439"/>
            <a:chOff x="1524" y="679790"/>
            <a:chExt cx="12189714" cy="562443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7979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6293907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4852208" y="3375142"/>
              <a:ext cx="5623560" cy="234613"/>
              <a:chOff x="1524" y="466526"/>
              <a:chExt cx="12190480" cy="23461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" y="466526"/>
                <a:ext cx="1218895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01139"/>
                <a:ext cx="12188956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229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382" y="4081369"/>
            <a:ext cx="10733872" cy="2059770"/>
          </a:xfrm>
        </p:spPr>
        <p:txBody>
          <a:bodyPr anchor="b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68840BA8-F5D8-0705-FEEC-A013F601E9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631686"/>
            <a:ext cx="12192000" cy="288358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9675293-EE24-9B9A-05FE-F518D184151B}"/>
              </a:ext>
            </a:extLst>
          </p:cNvPr>
          <p:cNvGrpSpPr/>
          <p:nvPr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2AC33AC-4C52-DCDB-1568-A656B92B6DB3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E6E8AA-9E5D-2CD0-1E00-7946B275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B054126-09BE-4243-7F4C-B417B064C9C9}"/>
              </a:ext>
            </a:extLst>
          </p:cNvPr>
          <p:cNvGrpSpPr/>
          <p:nvPr/>
        </p:nvGrpSpPr>
        <p:grpSpPr>
          <a:xfrm>
            <a:off x="762" y="3526715"/>
            <a:ext cx="12190476" cy="230457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504626D-F989-3307-F577-891C0FB3E42B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95BBC0-5863-88F8-8F0F-3F00C5E7F814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396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0" y="2006614"/>
            <a:ext cx="6039983" cy="2844773"/>
          </a:xfrm>
        </p:spPr>
        <p:txBody>
          <a:bodyPr anchor="ctr" anchorCtr="0">
            <a:normAutofit/>
          </a:bodyPr>
          <a:lstStyle>
            <a:lvl1pPr algn="l">
              <a:lnSpc>
                <a:spcPct val="75000"/>
              </a:lnSpc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DE41C122-229A-A3B7-CB92-9CC9FEEDE6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633794"/>
            <a:ext cx="4394987" cy="5590412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2B1D98-8540-A2E0-960F-3096393D712E}"/>
              </a:ext>
            </a:extLst>
          </p:cNvPr>
          <p:cNvGrpSpPr/>
          <p:nvPr/>
        </p:nvGrpSpPr>
        <p:grpSpPr>
          <a:xfrm>
            <a:off x="1524" y="621942"/>
            <a:ext cx="12189714" cy="5624435"/>
            <a:chOff x="1524" y="621942"/>
            <a:chExt cx="12189714" cy="5624435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50D678C-01CA-A64D-5585-F7E3AA7C4A3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19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0D1019-0BE7-9D29-EEC9-3237A64DE3A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23605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C5E0-F7D4-5497-E9DB-1F45EC3EA3B2}"/>
                </a:ext>
              </a:extLst>
            </p:cNvPr>
            <p:cNvGrpSpPr/>
            <p:nvPr/>
          </p:nvGrpSpPr>
          <p:grpSpPr>
            <a:xfrm rot="16200000">
              <a:off x="1706663" y="3319368"/>
              <a:ext cx="5623560" cy="230457"/>
              <a:chOff x="1524" y="486404"/>
              <a:chExt cx="12190476" cy="230457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A206331-1C98-0F93-3908-A2F1D1F6EB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8" y="486404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588DFBA-D7D1-2F7C-CC70-E8CD8B55C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24" y="716861"/>
                <a:ext cx="1218895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958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221" y="779721"/>
            <a:ext cx="8467558" cy="155448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EE3334D-C461-2466-9E8A-5CBF2D354A9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20070-9FE3-480D-6EDC-BEAFD99B5BD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D7422-CEB6-84CA-0EAE-743F83C71B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2221" y="2449473"/>
            <a:ext cx="8467558" cy="3689909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/>
            </a:lvl1pPr>
            <a:lvl2pPr marL="228600" indent="0" algn="ctr">
              <a:buFont typeface="Arial" panose="020B0604020202020204" pitchFamily="34" charset="0"/>
              <a:buNone/>
              <a:defRPr sz="1800"/>
            </a:lvl2pPr>
            <a:lvl3pPr marL="457200" indent="0" algn="ctr">
              <a:buFont typeface="Arial" panose="020B0604020202020204" pitchFamily="34" charset="0"/>
              <a:buNone/>
              <a:defRPr sz="1800"/>
            </a:lvl3pPr>
            <a:lvl4pPr marL="685800" indent="0" algn="ctr">
              <a:buFont typeface="Arial" panose="020B0604020202020204" pitchFamily="34" charset="0"/>
              <a:buNone/>
              <a:defRPr sz="1800"/>
            </a:lvl4pPr>
            <a:lvl5pPr marL="914400" indent="0" algn="ctr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926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270" y="2160947"/>
            <a:ext cx="2926080" cy="2509763"/>
          </a:xfrm>
        </p:spPr>
        <p:txBody>
          <a:bodyPr anchor="ctr" anchorCtr="0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529008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6595" y="525786"/>
            <a:ext cx="1828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41510" y="5976691"/>
            <a:ext cx="1371600" cy="365760"/>
          </a:xfrm>
        </p:spPr>
        <p:txBody>
          <a:bodyPr/>
          <a:lstStyle/>
          <a:p>
            <a:fld id="{6DCA0909-C965-B345-8649-8376ABAE122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90F6233-054F-BC0F-2687-4169A06F76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4097" y="-1"/>
            <a:ext cx="8127902" cy="6857991"/>
          </a:xfrm>
          <a:custGeom>
            <a:avLst/>
            <a:gdLst>
              <a:gd name="connsiteX0" fmla="*/ 0 w 8127902"/>
              <a:gd name="connsiteY0" fmla="*/ 5461143 h 6857991"/>
              <a:gd name="connsiteX1" fmla="*/ 8127902 w 8127902"/>
              <a:gd name="connsiteY1" fmla="*/ 5461143 h 6857991"/>
              <a:gd name="connsiteX2" fmla="*/ 8127902 w 8127902"/>
              <a:gd name="connsiteY2" fmla="*/ 6857991 h 6857991"/>
              <a:gd name="connsiteX3" fmla="*/ 0 w 8127902"/>
              <a:gd name="connsiteY3" fmla="*/ 6857991 h 6857991"/>
              <a:gd name="connsiteX4" fmla="*/ 0 w 8127902"/>
              <a:gd name="connsiteY4" fmla="*/ 0 h 6857991"/>
              <a:gd name="connsiteX5" fmla="*/ 8127902 w 8127902"/>
              <a:gd name="connsiteY5" fmla="*/ 0 h 6857991"/>
              <a:gd name="connsiteX6" fmla="*/ 8127902 w 8127902"/>
              <a:gd name="connsiteY6" fmla="*/ 1379293 h 6857991"/>
              <a:gd name="connsiteX7" fmla="*/ 0 w 8127902"/>
              <a:gd name="connsiteY7" fmla="*/ 1379293 h 685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1">
                <a:moveTo>
                  <a:pt x="0" y="5461143"/>
                </a:moveTo>
                <a:lnTo>
                  <a:pt x="8127902" y="5461143"/>
                </a:lnTo>
                <a:lnTo>
                  <a:pt x="8127902" y="6857991"/>
                </a:lnTo>
                <a:lnTo>
                  <a:pt x="0" y="6857991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79293"/>
                </a:lnTo>
                <a:lnTo>
                  <a:pt x="0" y="1379293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" r="37"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30442" y="2158528"/>
            <a:ext cx="6785736" cy="2514600"/>
          </a:xfrm>
        </p:spPr>
        <p:txBody>
          <a:bodyPr anchor="ctr" anchorCtr="0">
            <a:normAutofit/>
          </a:bodyPr>
          <a:lstStyle>
            <a:lvl1pPr marL="0" indent="0">
              <a:buFont typeface="+mj-lt"/>
              <a:buNone/>
              <a:defRPr sz="1800" i="1"/>
            </a:lvl1pPr>
            <a:lvl2pPr marL="228600" indent="0">
              <a:buFont typeface="+mj-lt"/>
              <a:buNone/>
              <a:defRPr sz="1800" i="1"/>
            </a:lvl2pPr>
            <a:lvl3pPr marL="457200" indent="0">
              <a:buFont typeface="+mj-lt"/>
              <a:buNone/>
              <a:defRPr sz="1800" i="1"/>
            </a:lvl3pPr>
            <a:lvl4pPr marL="685800" indent="0">
              <a:buFont typeface="+mj-lt"/>
              <a:buNone/>
              <a:defRPr sz="1800" i="1"/>
            </a:lvl4pPr>
            <a:lvl5pPr marL="914400" indent="0">
              <a:buFont typeface="+mj-lt"/>
              <a:buNone/>
              <a:defRPr sz="18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AB01DA6-EC20-B4FD-9896-88A903B2EF0E}"/>
              </a:ext>
            </a:extLst>
          </p:cNvPr>
          <p:cNvGrpSpPr/>
          <p:nvPr/>
        </p:nvGrpSpPr>
        <p:grpSpPr>
          <a:xfrm>
            <a:off x="1524" y="5230685"/>
            <a:ext cx="12190476" cy="230457"/>
            <a:chOff x="1524" y="486404"/>
            <a:chExt cx="12190476" cy="230457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BF8E0-963D-EE28-8E0F-64F235D1FE6C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A08CA2-17E1-CFE8-9645-762AB31D722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1B7BD-9CD6-5727-EAB2-3C568C99E7B1}"/>
              </a:ext>
            </a:extLst>
          </p:cNvPr>
          <p:cNvGrpSpPr/>
          <p:nvPr userDrawn="1"/>
        </p:nvGrpSpPr>
        <p:grpSpPr>
          <a:xfrm>
            <a:off x="1524" y="1379292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BAA12E-4487-D093-61E6-6A6F9527EB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5D70512-C761-310A-0904-A3EDB21E53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CF23D4-7D4B-4FD2-FD38-61B2A04E2F20}"/>
              </a:ext>
            </a:extLst>
          </p:cNvPr>
          <p:cNvCxnSpPr/>
          <p:nvPr userDrawn="1"/>
        </p:nvCxnSpPr>
        <p:spPr>
          <a:xfrm>
            <a:off x="4054620" y="-1"/>
            <a:ext cx="0" cy="6858001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249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3B212-19A7-1389-5D84-1493713BA48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858000" y="18708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2F619C-303A-EC07-5744-BCF0A158F37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6015C-1958-8819-6CFA-C8CA9EF5FFA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8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4FA13F-5EC9-D941-0DA6-5E8CB0B77475}"/>
              </a:ext>
            </a:extLst>
          </p:cNvPr>
          <p:cNvGrpSpPr/>
          <p:nvPr userDrawn="1"/>
        </p:nvGrpSpPr>
        <p:grpSpPr>
          <a:xfrm rot="5400000">
            <a:off x="2803644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3204B7-F0CC-C537-75EC-860CCB0806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2ECDF8D-5807-D383-DD66-792A704EA22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1056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320"/>
            <a:ext cx="10653578" cy="1132258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E7F1B-976D-3ABC-105B-153A80975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2BAF71-3D3C-DFB3-0251-27F1B866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28C4D-5809-FB9D-495E-3C24CD20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473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9AFCA72-41CF-D05C-F8FB-8CAA627330D0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B29C259-F97A-8F67-400F-BC54EB1560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0556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2E4DE8A-5131-66D0-8011-8BFA0C904B9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3602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9C2E701-AF8D-7A3D-CC09-891E0AFB72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6" y="61398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674796-E246-B6E4-B793-0B35356F89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" y="63703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8D2328-4643-C915-66E4-67530C6C8BA2}"/>
                </a:ext>
              </a:extLst>
            </p:cNvPr>
            <p:cNvCxnSpPr/>
            <p:nvPr userDrawn="1"/>
          </p:nvCxnSpPr>
          <p:spPr>
            <a:xfrm>
              <a:off x="4050792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478810"/>
            <a:ext cx="6680364" cy="1525849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1D407DA-00BD-2265-F634-419E75DA4E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B4AD165-8B01-3E43-98A9-F808A95BF71A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15EF94-8F8C-0EF5-8EF2-5C4EA19564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FA39EB6-444E-CBC6-AC9C-78183ED45C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54879" y="3263808"/>
            <a:ext cx="6680363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BAA6-3631-B64B-B6F3-DEE7E050D63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3217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6B764-AD22-0F4B-BAE3-44995569C23A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450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537853"/>
            <a:ext cx="4145582" cy="4638825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D8DF-7269-644C-8396-989AFC27656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6572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280160"/>
            <a:ext cx="4142232" cy="494066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94EE2-E508-0343-ABC3-FD891EA966E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1280160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5005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39"/>
            <a:ext cx="3494314" cy="571963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309360"/>
            <a:ext cx="1371600" cy="365760"/>
          </a:xfrm>
        </p:spPr>
        <p:txBody>
          <a:bodyPr/>
          <a:lstStyle/>
          <a:p>
            <a:fld id="{F81006CB-6D12-D648-BDFF-45946122B114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0396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0" y="548640"/>
            <a:ext cx="6093225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40" y="0"/>
            <a:ext cx="479388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0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712BE5-0AFE-AA4B-DE38-618FA150F3A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86400" y="6309360"/>
            <a:ext cx="1371600" cy="365760"/>
          </a:xfrm>
        </p:spPr>
        <p:txBody>
          <a:bodyPr/>
          <a:lstStyle/>
          <a:p>
            <a:fld id="{FB67AB3A-5619-724F-B943-9D34281EA5B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8B002-680C-F23C-355A-AA9E00F69C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BC7F1-E4AA-ACB1-F898-0F4CE95C34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2F8443E-8FB4-6D1A-1287-E54F5204B44D}"/>
              </a:ext>
            </a:extLst>
          </p:cNvPr>
          <p:cNvGrpSpPr/>
          <p:nvPr userDrawn="1"/>
        </p:nvGrpSpPr>
        <p:grpSpPr>
          <a:xfrm rot="5400000">
            <a:off x="1490425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6E5F11D-F220-9C5E-929C-BCA879502FB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76AC546-8709-3993-FCDB-1B156D2088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27294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A554-0191-84FD-FF13-1D08A9040FE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9005" y="6309360"/>
            <a:ext cx="1371600" cy="365760"/>
          </a:xfrm>
        </p:spPr>
        <p:txBody>
          <a:bodyPr/>
          <a:lstStyle/>
          <a:p>
            <a:fld id="{2CB12418-D22D-2F49-B8DF-8F0D06316D0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A51982-58B0-FDD3-D68E-F1F52109DFB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63424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87B63-4ABF-71A4-052E-E4A6E0B0D8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319065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B5488C-5471-388E-2299-E36A52160AF1}"/>
              </a:ext>
            </a:extLst>
          </p:cNvPr>
          <p:cNvGrpSpPr/>
          <p:nvPr/>
        </p:nvGrpSpPr>
        <p:grpSpPr>
          <a:xfrm rot="5400000">
            <a:off x="3842029" y="3314697"/>
            <a:ext cx="6858000" cy="228600"/>
            <a:chOff x="1524" y="486404"/>
            <a:chExt cx="12190476" cy="23045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6BE69B9-7459-DD8B-2663-BDBBDF2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92791D3-546A-F264-3A28-FA4F47254C7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864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C6A67-6118-FB57-C805-42FCFB3E2E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663440" y="6309360"/>
            <a:ext cx="1371600" cy="365760"/>
          </a:xfrm>
        </p:spPr>
        <p:txBody>
          <a:bodyPr/>
          <a:lstStyle/>
          <a:p>
            <a:fld id="{F7B9797D-0A11-3F4C-A8F9-4C3CFB1C3467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8562C-62EF-4582-865E-F683CC0BA5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CD9-C1EA-17F0-7578-5F8A1A5909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AD7A6E-1B9B-D9DE-BD67-39C783071F20}"/>
              </a:ext>
            </a:extLst>
          </p:cNvPr>
          <p:cNvGrpSpPr/>
          <p:nvPr userDrawn="1"/>
        </p:nvGrpSpPr>
        <p:grpSpPr>
          <a:xfrm rot="5400000">
            <a:off x="726870" y="3314697"/>
            <a:ext cx="6858000" cy="228600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EDD3F17-F32A-F401-6587-63C903B926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42FA86B-2AC9-7E00-D084-24EC59AAAE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9065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67771A41-C848-E64D-A3E7-2C226833690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3294EF9-68D3-BBE1-CF71-EB49B1946043}"/>
              </a:ext>
            </a:extLst>
          </p:cNvPr>
          <p:cNvGrpSpPr/>
          <p:nvPr/>
        </p:nvGrpSpPr>
        <p:grpSpPr>
          <a:xfrm rot="5400000">
            <a:off x="4523955" y="3330195"/>
            <a:ext cx="6858000" cy="228600"/>
            <a:chOff x="1524" y="486404"/>
            <a:chExt cx="12190476" cy="230457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5BB65A-DA11-C51A-8125-2AB82548925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C64F4CB-517C-D2E2-C7FE-130E00DFA93E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20579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D9A4B-419F-EFB0-1176-951278E45B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23760" y="6309360"/>
            <a:ext cx="1371600" cy="365760"/>
          </a:xfrm>
        </p:spPr>
        <p:txBody>
          <a:bodyPr/>
          <a:lstStyle/>
          <a:p>
            <a:fld id="{63444354-EB0C-0749-879A-AC72746606D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8372A1-F80C-EE8E-3ED3-DEA07464D9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0B9D2-7EB0-49D5-FB69-802CC1E602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B6EDA9F-9F0C-F2B8-2DA9-6B5E53DF71A1}"/>
              </a:ext>
            </a:extLst>
          </p:cNvPr>
          <p:cNvGrpSpPr/>
          <p:nvPr userDrawn="1"/>
        </p:nvGrpSpPr>
        <p:grpSpPr>
          <a:xfrm rot="5400000">
            <a:off x="331508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DF475-F587-D0F5-2E5F-1F7374565F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672F99E-296C-67C4-EA39-A3890FF72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50249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8D23E0-4409-7037-FE86-2F4FED37F5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ADFB106D-E2A4-BA42-83CB-236864574A5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FB02F-C7E2-E0E7-60F6-676CD156D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8879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800A2-76CC-F9B8-3D85-3BEF8792A58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4443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1D9632-278F-11B0-688D-20E8D15BB079}"/>
              </a:ext>
            </a:extLst>
          </p:cNvPr>
          <p:cNvGrpSpPr/>
          <p:nvPr userDrawn="1"/>
        </p:nvGrpSpPr>
        <p:grpSpPr>
          <a:xfrm rot="5400000">
            <a:off x="2183715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BE1D6A8-C24F-52BA-1401-BD84AE6A3B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546028-8E84-0B13-7CEA-433419C216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74524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11A105-C44D-52EF-FE59-79B2559A510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104888" y="6309360"/>
            <a:ext cx="1371600" cy="365760"/>
          </a:xfrm>
        </p:spPr>
        <p:txBody>
          <a:bodyPr/>
          <a:lstStyle/>
          <a:p>
            <a:fld id="{A0A3A3CB-42B5-F943-9B44-CE40D69043B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65DDCD-2302-7DB0-065A-B9C0D606163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4486D-3CD5-EFE8-605A-E494F417F5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160FD1D-1C9C-1D7D-034D-752DEA37DE2F}"/>
              </a:ext>
            </a:extLst>
          </p:cNvPr>
          <p:cNvGrpSpPr/>
          <p:nvPr userDrawn="1"/>
        </p:nvGrpSpPr>
        <p:grpSpPr>
          <a:xfrm rot="5400000">
            <a:off x="3191101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1255FD7-7B06-617C-F2B1-84296408F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374B771-A659-B0FC-BE3E-CCA7C7DAA8C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43057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44B0A-5375-2C8E-1855-C39FDCFE2AF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F9F10B6-86E2-C342-8351-96AAFAF25FE3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E8B0B-9B3C-2EBF-8B1F-0383E15F45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999800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474BF6-552A-A16E-D27D-6F4180803E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755441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4931DFC-97BE-BA1D-DF4B-117BE21CCE3A}"/>
              </a:ext>
            </a:extLst>
          </p:cNvPr>
          <p:cNvGrpSpPr/>
          <p:nvPr userDrawn="1"/>
        </p:nvGrpSpPr>
        <p:grpSpPr>
          <a:xfrm rot="5400000">
            <a:off x="2354194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2D29D2-0F65-815E-B69D-9AE195C8A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8EB07D8-B6B0-63D6-1B82-5440BC5E86F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8430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14E36-7594-545C-C743-651A7E90674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1312" y="6309360"/>
            <a:ext cx="1371600" cy="365760"/>
          </a:xfrm>
        </p:spPr>
        <p:txBody>
          <a:bodyPr/>
          <a:lstStyle/>
          <a:p>
            <a:fld id="{0D631071-5303-6A4D-961A-95A03CA52AB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485E-E2B8-D77F-2FAD-EA82B01F13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825487" y="6309360"/>
            <a:ext cx="141716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B1F47-9876-D98C-50D8-3FBF1638996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38395A-A6A8-BCB1-3525-B2DB5574DB25}"/>
              </a:ext>
            </a:extLst>
          </p:cNvPr>
          <p:cNvGrpSpPr/>
          <p:nvPr userDrawn="1"/>
        </p:nvGrpSpPr>
        <p:grpSpPr>
          <a:xfrm rot="5400000">
            <a:off x="4282691" y="3314697"/>
            <a:ext cx="6858000" cy="228600"/>
            <a:chOff x="1524" y="486404"/>
            <a:chExt cx="12190476" cy="23045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1CBCFB5-79E3-D32D-7553-DF61FB31DF9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1CC810B-FEDA-EE81-FE8A-157790BB19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743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BD2EFA-F338-854A-39A5-0DE75A240C7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5BC5750-3890-C849-A097-7836C504B37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6A974-1D24-E76E-BB89-FCF2BB9C4CF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263173" y="6309360"/>
            <a:ext cx="1371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416FE-7E34-58E4-9D56-114F98FB0B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85009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A6C6367-A7F3-E06C-7C1A-0BC0654C5286}"/>
              </a:ext>
            </a:extLst>
          </p:cNvPr>
          <p:cNvGrpSpPr/>
          <p:nvPr userDrawn="1"/>
        </p:nvGrpSpPr>
        <p:grpSpPr>
          <a:xfrm rot="5400000">
            <a:off x="1191819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F36C848-6667-C955-7DE1-69ED168EEE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346036-FCB7-EFB8-C4D8-2B8EC443A7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5198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1DDC5-8FD0-5B7D-E616-216E1AB06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F966B-C615-BAC6-2082-446BFF922C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DBEEF-1C91-68D1-CE48-418ABCEDC94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45054" y="6309360"/>
            <a:ext cx="1371600" cy="365760"/>
          </a:xfrm>
        </p:spPr>
        <p:txBody>
          <a:bodyPr/>
          <a:lstStyle/>
          <a:p>
            <a:fld id="{0573F55D-F102-EB4C-8110-ACB83A574214}" type="datetime1">
              <a:rPr lang="en-US" smtClean="0"/>
              <a:t>4/21/2026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11C5D-D71A-18E5-3526-29DDA766D6F8}"/>
              </a:ext>
            </a:extLst>
          </p:cNvPr>
          <p:cNvGrpSpPr/>
          <p:nvPr userDrawn="1"/>
        </p:nvGrpSpPr>
        <p:grpSpPr>
          <a:xfrm rot="5400000">
            <a:off x="4477460" y="3314697"/>
            <a:ext cx="6858000" cy="228600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F40670-01CC-8D65-0326-EC21C4B773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2C0E780-14F3-5C5E-5448-CFFC9EBBE16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743319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425353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7B61FA28-EB8E-6842-A6BE-E9D79E274AF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6FB652-32F7-CC0E-68CE-5F38D866A595}"/>
              </a:ext>
            </a:extLst>
          </p:cNvPr>
          <p:cNvGrpSpPr/>
          <p:nvPr/>
        </p:nvGrpSpPr>
        <p:grpSpPr>
          <a:xfrm>
            <a:off x="1524" y="4425359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053F082-AD98-C5E7-4EC8-638F1C20A182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5365CD2-3B68-0FCB-4E75-1DA83FCCC0E7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42287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568731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4320" y="6309360"/>
            <a:ext cx="1371600" cy="365760"/>
          </a:xfrm>
        </p:spPr>
        <p:txBody>
          <a:bodyPr/>
          <a:lstStyle/>
          <a:p>
            <a:fld id="{B598246D-3750-4C49-B8B5-B7C47928A50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4904FC-9ED3-CB9C-8E66-CCD770A7CB70}"/>
              </a:ext>
            </a:extLst>
          </p:cNvPr>
          <p:cNvGrpSpPr/>
          <p:nvPr/>
        </p:nvGrpSpPr>
        <p:grpSpPr>
          <a:xfrm>
            <a:off x="1524" y="3568737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EDF3AD1-1E09-BFF1-7171-710B6980D7C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B189BF8-6380-EFD8-0428-D30EF04BF109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116546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73152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61AA82-C169-BE38-29A6-B58CE0828F1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CE3C4F-0F80-AC4E-AA58-72E64271713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D8DE68-B20B-7DB9-181E-61F633A433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759C8-BEA2-2884-535E-DB5EFDF600C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73152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293002"/>
            <a:ext cx="12192000" cy="356499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97EF48-BD94-5DFA-36B7-B8F67892EA8E}"/>
              </a:ext>
            </a:extLst>
          </p:cNvPr>
          <p:cNvGrpSpPr/>
          <p:nvPr userDrawn="1"/>
        </p:nvGrpSpPr>
        <p:grpSpPr>
          <a:xfrm>
            <a:off x="1524" y="3062546"/>
            <a:ext cx="12190476" cy="230457"/>
            <a:chOff x="1524" y="486404"/>
            <a:chExt cx="12190476" cy="23045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41B9D92-A574-8565-DDB3-8F0EB9A1E6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5F9A2F5-E50A-C6D3-77FB-2D71755BFE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72601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11150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C4AD5-8F1C-044F-83F2-1AB471B11726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2419862"/>
            <a:ext cx="6262288" cy="383463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211666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234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309360"/>
            <a:ext cx="1371600" cy="365760"/>
          </a:xfrm>
        </p:spPr>
        <p:txBody>
          <a:bodyPr/>
          <a:lstStyle/>
          <a:p>
            <a:fld id="{E61C2A3D-65D3-8945-A127-64FDB177BE9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0134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29200" y="6309360"/>
            <a:ext cx="1371600" cy="365760"/>
          </a:xfrm>
        </p:spPr>
        <p:txBody>
          <a:bodyPr/>
          <a:lstStyle/>
          <a:p>
            <a:fld id="{E816DA63-B925-2449-B364-722E4572D80A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995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4377969-578A-3044-99E3-8EA6F116B67F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7AD1842-8379-12E0-533A-0EA98BFD181E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8605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876C6E-D8A0-48C5-6CEA-CCB62001195B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1650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D3B94D4-25D3-9D42-853F-7BA1819A9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21159" y="5225545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79F06DC-4DAD-401F-D80C-28C8AF513C85}"/>
                </a:ext>
              </a:extLst>
            </p:cNvPr>
            <p:cNvCxnSpPr>
              <a:cxnSpLocks/>
            </p:cNvCxnSpPr>
            <p:nvPr/>
          </p:nvCxnSpPr>
          <p:spPr>
            <a:xfrm>
              <a:off x="8120650" y="5456002"/>
              <a:ext cx="4070840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FCBF433-8664-25AC-9007-E9988DE6BC38}"/>
                </a:ext>
              </a:extLst>
            </p:cNvPr>
            <p:cNvCxnSpPr/>
            <p:nvPr/>
          </p:nvCxnSpPr>
          <p:spPr>
            <a:xfrm>
              <a:off x="8126357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44" y="1828800"/>
            <a:ext cx="6292533" cy="152704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E9478-EC4E-22FA-F9CC-D733F0B9370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F52567-8570-6C44-9BA2-689163175DC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10537-2782-FB58-9F28-3FD8CF8E9F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E5085-F9C6-78E4-7772-43209526D6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81" y="3474719"/>
            <a:ext cx="6383974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132064" y="1615439"/>
            <a:ext cx="4059936" cy="3606985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30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843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8A65721-D9B5-3BE2-6460-9C2878922040}"/>
              </a:ext>
            </a:extLst>
          </p:cNvPr>
          <p:cNvGrpSpPr/>
          <p:nvPr userDrawn="1"/>
        </p:nvGrpSpPr>
        <p:grpSpPr>
          <a:xfrm>
            <a:off x="1524" y="0"/>
            <a:ext cx="12190476" cy="4493520"/>
            <a:chOff x="1524" y="0"/>
            <a:chExt cx="12190476" cy="449352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4E0B240-979E-FA1C-833D-9030AD31D1E9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263063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F21FA7B-6DD0-5D50-12F1-C349D0BBCF8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4493520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F28047-4BC7-8178-E223-C9CBB4659519}"/>
                </a:ext>
              </a:extLst>
            </p:cNvPr>
            <p:cNvCxnSpPr>
              <a:cxnSpLocks/>
            </p:cNvCxnSpPr>
            <p:nvPr/>
          </p:nvCxnSpPr>
          <p:spPr>
            <a:xfrm>
              <a:off x="4050792" y="0"/>
              <a:ext cx="0" cy="425688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18" y="591564"/>
            <a:ext cx="3158356" cy="3068913"/>
          </a:xfrm>
        </p:spPr>
        <p:txBody>
          <a:bodyPr anchor="ctr" anchorCtr="0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6CDC3-30E5-67DB-5587-FFD6AF5A958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1A79-864C-0860-E407-A07E073A2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F9F37-1A63-6296-7E1D-5BDA41CB10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50391" y="591563"/>
            <a:ext cx="6742010" cy="3068905"/>
          </a:xfrm>
        </p:spPr>
        <p:txBody>
          <a:bodyPr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504544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490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49" y="5628925"/>
            <a:ext cx="10826495" cy="910416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208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408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23E50FD4-EFCB-974E-B2DD-5523215BAC6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3917" y="1280791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1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5C73EA-68F7-286D-7C59-C6A4A90C3636}"/>
              </a:ext>
            </a:extLst>
          </p:cNvPr>
          <p:cNvGrpSpPr/>
          <p:nvPr userDrawn="1"/>
        </p:nvGrpSpPr>
        <p:grpSpPr>
          <a:xfrm>
            <a:off x="1524" y="1362456"/>
            <a:ext cx="12190476" cy="230457"/>
            <a:chOff x="1524" y="486404"/>
            <a:chExt cx="12190476" cy="23045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42D11FF-C277-62FB-F980-145F901A2E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BA5D67-2BA6-BB7C-9CF6-047471396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13481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30368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7BBDC7-963A-E3DB-D9D5-DD9AAD4FEE7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16B9168-F6EC-AA44-B1F6-76306FA4BF2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C7C81-7664-8BC0-13CA-172BEB1B3BC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20763-4AEF-109E-06F3-5B039E246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170431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EDBF81-A305-1402-C591-AC058BD1AE14}"/>
              </a:ext>
            </a:extLst>
          </p:cNvPr>
          <p:cNvGrpSpPr/>
          <p:nvPr userDrawn="1"/>
        </p:nvGrpSpPr>
        <p:grpSpPr>
          <a:xfrm>
            <a:off x="1524" y="1366605"/>
            <a:ext cx="12190476" cy="230457"/>
            <a:chOff x="1524" y="486404"/>
            <a:chExt cx="12190476" cy="23045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FE7AA46-A342-1022-0FD8-CCBDA033E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FD7B6E8-8257-7D9D-2D13-878FFFB520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7734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D55EE59-B66F-A6D5-8C8B-14BA21E0965C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3931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6236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BC16B7-26F5-AE8A-69C4-B52E9D1E16D0}"/>
                </a:ext>
              </a:extLst>
            </p:cNvPr>
            <p:cNvCxnSpPr/>
            <p:nvPr/>
          </p:nvCxnSpPr>
          <p:spPr>
            <a:xfrm>
              <a:off x="4058138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5716" y="3697602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1313925"/>
            <a:ext cx="1371600" cy="365760"/>
          </a:xfrm>
        </p:spPr>
        <p:txBody>
          <a:bodyPr/>
          <a:lstStyle/>
          <a:p>
            <a:fld id="{1595A37D-65ED-114E-8FC3-F225419ED19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928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4130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85716" y="735414"/>
            <a:ext cx="7603234" cy="3074657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51371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362A7CE-13AD-5FEE-FA58-0D3441B3B327}"/>
              </a:ext>
            </a:extLst>
          </p:cNvPr>
          <p:cNvGrpSpPr/>
          <p:nvPr userDrawn="1"/>
        </p:nvGrpSpPr>
        <p:grpSpPr>
          <a:xfrm>
            <a:off x="1524" y="0"/>
            <a:ext cx="12190476" cy="6858000"/>
            <a:chOff x="1524" y="0"/>
            <a:chExt cx="12190476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62E504F-D4B4-B0EC-FDA1-3A423D47B247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04958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E659CB4-7093-3A08-C99D-6C99354EF45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3541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1EB0A0-A7CC-8504-4177-65CD804A8448}"/>
                </a:ext>
              </a:extLst>
            </p:cNvPr>
            <p:cNvCxnSpPr/>
            <p:nvPr/>
          </p:nvCxnSpPr>
          <p:spPr>
            <a:xfrm>
              <a:off x="8107629" y="0"/>
              <a:ext cx="0" cy="685800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883" y="4122144"/>
            <a:ext cx="7525512" cy="1545336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883" y="28374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88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4271" y="1313925"/>
            <a:ext cx="1371600" cy="365760"/>
          </a:xfrm>
        </p:spPr>
        <p:txBody>
          <a:bodyPr/>
          <a:lstStyle/>
          <a:p>
            <a:fld id="{93B8BCF5-A830-B246-A761-733CD2DDC55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4271" y="6309360"/>
            <a:ext cx="429207" cy="365125"/>
          </a:xfrm>
        </p:spPr>
        <p:txBody>
          <a:bodyPr/>
          <a:lstStyle/>
          <a:p>
            <a:pPr algn="l"/>
            <a:fld id="{CC057153-B650-4DEB-B370-79DDCFDCE934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041473" y="630936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908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BE823EC-8489-32EA-5F8D-8414E009B5BD}"/>
              </a:ext>
            </a:extLst>
          </p:cNvPr>
          <p:cNvGrpSpPr/>
          <p:nvPr userDrawn="1"/>
        </p:nvGrpSpPr>
        <p:grpSpPr>
          <a:xfrm>
            <a:off x="762" y="-1"/>
            <a:ext cx="12191238" cy="6858001"/>
            <a:chOff x="762" y="-1"/>
            <a:chExt cx="12191238" cy="685800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24CBB51-9ABE-113B-6E8C-AD0CDD7F3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789709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689A19-D78D-952D-102D-0F52A3D8B5E4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6020166"/>
              <a:ext cx="12188952" cy="0"/>
            </a:xfrm>
            <a:prstGeom prst="line">
              <a:avLst/>
            </a:prstGeom>
            <a:ln w="158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1C9DBFA-8B2B-A34F-4E08-4CF748F83A8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04975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31A5455-1C4E-10D5-1402-FDCB1F1FB7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28021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047B84F-8610-F6F6-F74D-B1627389377D}"/>
                </a:ext>
              </a:extLst>
            </p:cNvPr>
            <p:cNvCxnSpPr/>
            <p:nvPr/>
          </p:nvCxnSpPr>
          <p:spPr>
            <a:xfrm>
              <a:off x="406255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1364" y="2910341"/>
            <a:ext cx="6890703" cy="2271985"/>
          </a:xfrm>
        </p:spPr>
        <p:txBody>
          <a:bodyPr anchor="ctr" anchorCtr="0">
            <a:normAutofit/>
          </a:bodyPr>
          <a:lstStyle>
            <a:lvl1pPr>
              <a:lnSpc>
                <a:spcPct val="12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1742" y="18288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8942" y="182880"/>
            <a:ext cx="280540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80" y="182880"/>
            <a:ext cx="1371600" cy="365760"/>
          </a:xfrm>
        </p:spPr>
        <p:txBody>
          <a:bodyPr/>
          <a:lstStyle/>
          <a:p>
            <a:fld id="{D9E2AEEA-8DAA-A54C-8566-EFF7C409754A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902" y="2910341"/>
            <a:ext cx="2878830" cy="2271992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45491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84AE9A-E1FE-B260-0209-F7A4BCE2ECD5}"/>
              </a:ext>
            </a:extLst>
          </p:cNvPr>
          <p:cNvGrpSpPr/>
          <p:nvPr userDrawn="1"/>
        </p:nvGrpSpPr>
        <p:grpSpPr>
          <a:xfrm>
            <a:off x="-20977" y="486404"/>
            <a:ext cx="12212977" cy="5885192"/>
            <a:chOff x="-20977" y="486404"/>
            <a:chExt cx="12212977" cy="588519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EC8CD4-F749-4794-DD29-B3F57822DEB6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257A55-A75B-A688-F95E-03F34F9772AD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E8D13EC-2BC3-5093-97AC-927791EEA3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53" y="614113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89169A-38DE-8903-97EB-3CA6FE5BC931}"/>
                </a:ext>
              </a:extLst>
            </p:cNvPr>
            <p:cNvCxnSpPr>
              <a:cxnSpLocks/>
            </p:cNvCxnSpPr>
            <p:nvPr/>
          </p:nvCxnSpPr>
          <p:spPr>
            <a:xfrm>
              <a:off x="-20977" y="637159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 algn="ctr">
              <a:lnSpc>
                <a:spcPct val="100000"/>
              </a:lnSpc>
              <a:buNone/>
              <a:defRPr sz="4000" b="0">
                <a:latin typeface="+mj-lt"/>
              </a:defRPr>
            </a:lvl2pPr>
            <a:lvl3pPr marL="457200" indent="0" algn="ctr">
              <a:lnSpc>
                <a:spcPct val="100000"/>
              </a:lnSpc>
              <a:buNone/>
              <a:defRPr sz="3600" b="0">
                <a:latin typeface="+mj-lt"/>
              </a:defRPr>
            </a:lvl3pPr>
            <a:lvl4pPr marL="685800" indent="0" algn="ctr">
              <a:lnSpc>
                <a:spcPct val="100000"/>
              </a:lnSpc>
              <a:buNone/>
              <a:defRPr sz="3200" b="0">
                <a:latin typeface="+mj-lt"/>
              </a:defRPr>
            </a:lvl4pPr>
            <a:lvl5pPr marL="914400" indent="0" algn="ctr">
              <a:lnSpc>
                <a:spcPct val="100000"/>
              </a:lnSpc>
              <a:buNone/>
              <a:defRPr sz="28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37579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27561-8B56-7D4A-9D45-53325F938A9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184067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400" b="0"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3600" b="0"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3200" b="0"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2800" b="0"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24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2953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5110256"/>
            <a:ext cx="5029200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9934B-D27D-944F-A2F7-A09FCF6E6C41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6568" y="127892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225002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267563"/>
            <a:ext cx="9043416" cy="54864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90774"/>
            <a:ext cx="9198864" cy="3601387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4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FD22486-8423-2C44-89AB-B87B16F989B7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7F136C3-7EC3-9A8C-7905-FCAC979CA36A}"/>
              </a:ext>
            </a:extLst>
          </p:cNvPr>
          <p:cNvGrpSpPr/>
          <p:nvPr userDrawn="1"/>
        </p:nvGrpSpPr>
        <p:grpSpPr>
          <a:xfrm>
            <a:off x="1524" y="393192"/>
            <a:ext cx="12190476" cy="230457"/>
            <a:chOff x="1524" y="486404"/>
            <a:chExt cx="12190476" cy="23045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C98BDF-7F97-BA6B-9AA3-79C4C4E3B5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486404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752DBB-0B82-C2E5-E6EE-2B7D84F0068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716861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480533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D0251DA-0EA1-225F-8D19-688C1000DBAD}"/>
              </a:ext>
            </a:extLst>
          </p:cNvPr>
          <p:cNvGrpSpPr/>
          <p:nvPr userDrawn="1"/>
        </p:nvGrpSpPr>
        <p:grpSpPr>
          <a:xfrm>
            <a:off x="762" y="1395119"/>
            <a:ext cx="12191238" cy="4067763"/>
            <a:chOff x="762" y="1395119"/>
            <a:chExt cx="12191238" cy="406776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C8F0F89-259A-7D5F-9E52-07123735018F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9511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CD90A0-6C73-AB65-B20A-BAD32644A5F2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25576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9A98EFE-3BD7-D800-983B-42CE5A97B9B3}"/>
                </a:ext>
              </a:extLst>
            </p:cNvPr>
            <p:cNvCxnSpPr>
              <a:cxnSpLocks/>
            </p:cNvCxnSpPr>
            <p:nvPr/>
          </p:nvCxnSpPr>
          <p:spPr>
            <a:xfrm>
              <a:off x="2286" y="52324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2DF87C7-EF0B-43B1-37A6-37216B523D36}"/>
                </a:ext>
              </a:extLst>
            </p:cNvPr>
            <p:cNvCxnSpPr>
              <a:cxnSpLocks/>
            </p:cNvCxnSpPr>
            <p:nvPr/>
          </p:nvCxnSpPr>
          <p:spPr>
            <a:xfrm>
              <a:off x="762" y="54628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7D9BD67-1776-B01D-02EA-3A9670F45750}"/>
                </a:ext>
              </a:extLst>
            </p:cNvPr>
            <p:cNvCxnSpPr>
              <a:cxnSpLocks/>
            </p:cNvCxnSpPr>
            <p:nvPr/>
          </p:nvCxnSpPr>
          <p:spPr>
            <a:xfrm>
              <a:off x="1168419" y="1625574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F7775A8-BD4B-8A75-4C08-7CBFEE76BA8E}"/>
                </a:ext>
              </a:extLst>
            </p:cNvPr>
            <p:cNvCxnSpPr>
              <a:cxnSpLocks/>
            </p:cNvCxnSpPr>
            <p:nvPr/>
          </p:nvCxnSpPr>
          <p:spPr>
            <a:xfrm>
              <a:off x="11023581" y="1627632"/>
              <a:ext cx="0" cy="360685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FE1105A7-4AFC-EF6E-13F2-250ACBC19A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74292" y="5707825"/>
            <a:ext cx="9043416" cy="466344"/>
          </a:xfrm>
          <a:prstGeom prst="rect">
            <a:avLst/>
          </a:prstGeom>
          <a:ln w="15875">
            <a:noFill/>
          </a:ln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354EC-538B-EF40-B690-05585CC88731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5440" y="1635368"/>
            <a:ext cx="8961120" cy="360684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059265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851C64-A7BE-1C72-3E57-4775B409DC8A}"/>
              </a:ext>
            </a:extLst>
          </p:cNvPr>
          <p:cNvGrpSpPr/>
          <p:nvPr userDrawn="1"/>
        </p:nvGrpSpPr>
        <p:grpSpPr>
          <a:xfrm>
            <a:off x="1524" y="2369525"/>
            <a:ext cx="12190476" cy="4488475"/>
            <a:chOff x="1524" y="2369525"/>
            <a:chExt cx="12190476" cy="4488475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3584888-406D-19CF-E760-2B48E0ABB0C8}"/>
                </a:ext>
              </a:extLst>
            </p:cNvPr>
            <p:cNvCxnSpPr>
              <a:cxnSpLocks/>
            </p:cNvCxnSpPr>
            <p:nvPr/>
          </p:nvCxnSpPr>
          <p:spPr>
            <a:xfrm>
              <a:off x="4075888" y="2606040"/>
              <a:ext cx="0" cy="425196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4" y="259998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B4F06D6-F8BF-9F65-C268-860831C184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8" y="236952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3" y="3275676"/>
            <a:ext cx="3595138" cy="2889149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4480451A-EDD2-119A-DA35-2DFD2B245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353456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8859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15058" y="3153127"/>
            <a:ext cx="3200400" cy="3011697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3678ED03-48B7-A743-8DD2-7FFA62A0AF1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6514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DF6C894-D1B4-57D3-91A7-279AB6F954CE}"/>
              </a:ext>
            </a:extLst>
          </p:cNvPr>
          <p:cNvGrpSpPr/>
          <p:nvPr userDrawn="1"/>
        </p:nvGrpSpPr>
        <p:grpSpPr>
          <a:xfrm>
            <a:off x="2319507" y="-3644"/>
            <a:ext cx="9882118" cy="6858000"/>
            <a:chOff x="2319507" y="-3644"/>
            <a:chExt cx="9882118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ECF737A-CD16-4F1D-E4F3-176098CA580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878608" y="3425785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49300-540B-EA3D-22F0-87D400B0C3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1109065" y="3424928"/>
              <a:ext cx="6857143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2997F95-5433-14AD-3BB0-7E05949326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9963" y="2239968"/>
              <a:ext cx="965166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450" y="548640"/>
            <a:ext cx="8396412" cy="1371600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D6822CD-39C0-0CC2-075F-B33EE114F0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2312894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87199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43506" y="2560320"/>
            <a:ext cx="4023360" cy="36576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5D4F6C2-06EF-3BFE-5938-6C304B0949F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268712" y="6309360"/>
            <a:ext cx="1371600" cy="365760"/>
          </a:xfrm>
        </p:spPr>
        <p:txBody>
          <a:bodyPr/>
          <a:lstStyle/>
          <a:p>
            <a:fld id="{B757F186-BC5C-E049-9BED-C879FF838727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970E9DE-1854-5825-875F-2FA7606667A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35830" y="6309360"/>
            <a:ext cx="2805405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8D4AEC5-2901-2491-7236-E3C375B575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888927" y="630936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2412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13408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81D37-71A0-6247-B4F9-89AB56FCB9F0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490637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364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219F6FE5-28DC-924E-B335-9F73F02FD9E9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712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FA69F012-8801-654E-BA91-4385C1A34D0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1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031AE-DA09-E546-8A91-03FDF50474E1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0147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B5AC1EE3-8DAF-B14B-BBB9-F51C019514E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2607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1288866C-ADAB-8347-AC3F-C68495CA51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84248" y="6309360"/>
            <a:ext cx="183454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69027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75855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200400"/>
            <a:ext cx="10890374" cy="2743200"/>
          </a:xfrm>
          <a:noFill/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6309360"/>
            <a:ext cx="1371600" cy="365760"/>
          </a:xfrm>
        </p:spPr>
        <p:txBody>
          <a:bodyPr/>
          <a:lstStyle/>
          <a:p>
            <a:fld id="{8CE3BE77-9432-6A4B-8CAB-C566A7B21CF4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7249" y="6309360"/>
            <a:ext cx="28054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2890" y="630936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658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C4B93E9A-7B3C-D739-A537-E0C99704C1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08481" y="0"/>
            <a:ext cx="9883518" cy="6857999"/>
          </a:xfrm>
          <a:custGeom>
            <a:avLst/>
            <a:gdLst>
              <a:gd name="connsiteX0" fmla="*/ 0 w 8127902"/>
              <a:gd name="connsiteY0" fmla="*/ 5452946 h 6857999"/>
              <a:gd name="connsiteX1" fmla="*/ 8127902 w 8127902"/>
              <a:gd name="connsiteY1" fmla="*/ 5452946 h 6857999"/>
              <a:gd name="connsiteX2" fmla="*/ 8127902 w 8127902"/>
              <a:gd name="connsiteY2" fmla="*/ 6857999 h 6857999"/>
              <a:gd name="connsiteX3" fmla="*/ 0 w 8127902"/>
              <a:gd name="connsiteY3" fmla="*/ 6857999 h 6857999"/>
              <a:gd name="connsiteX4" fmla="*/ 0 w 8127902"/>
              <a:gd name="connsiteY4" fmla="*/ 0 h 6857999"/>
              <a:gd name="connsiteX5" fmla="*/ 8127902 w 8127902"/>
              <a:gd name="connsiteY5" fmla="*/ 0 h 6857999"/>
              <a:gd name="connsiteX6" fmla="*/ 8127902 w 8127902"/>
              <a:gd name="connsiteY6" fmla="*/ 1382751 h 6857999"/>
              <a:gd name="connsiteX7" fmla="*/ 0 w 8127902"/>
              <a:gd name="connsiteY7" fmla="*/ 138275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27902" h="6857999">
                <a:moveTo>
                  <a:pt x="0" y="5452946"/>
                </a:moveTo>
                <a:lnTo>
                  <a:pt x="8127902" y="5452946"/>
                </a:lnTo>
                <a:lnTo>
                  <a:pt x="8127902" y="6857999"/>
                </a:lnTo>
                <a:lnTo>
                  <a:pt x="0" y="6857999"/>
                </a:lnTo>
                <a:close/>
                <a:moveTo>
                  <a:pt x="0" y="0"/>
                </a:moveTo>
                <a:lnTo>
                  <a:pt x="8127902" y="0"/>
                </a:lnTo>
                <a:lnTo>
                  <a:pt x="8127902" y="1382751"/>
                </a:lnTo>
                <a:lnTo>
                  <a:pt x="0" y="1382751"/>
                </a:lnTo>
                <a:close/>
              </a:path>
            </a:pathLst>
          </a:custGeo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0C21F1-162E-8951-B67D-4497E13354A2}"/>
              </a:ext>
            </a:extLst>
          </p:cNvPr>
          <p:cNvGrpSpPr/>
          <p:nvPr userDrawn="1"/>
        </p:nvGrpSpPr>
        <p:grpSpPr>
          <a:xfrm>
            <a:off x="1524" y="-1"/>
            <a:ext cx="12190476" cy="6858001"/>
            <a:chOff x="1524" y="-1"/>
            <a:chExt cx="12190476" cy="6858001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791CF62-4928-7BDE-C6EE-02CDA853F4E5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137929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FD0D36-770E-938A-A59C-85DB2434CFE3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1609749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902DDA-71C4-D5B9-74D7-EB5DF9A7DE5D}"/>
                </a:ext>
              </a:extLst>
            </p:cNvPr>
            <p:cNvCxnSpPr>
              <a:cxnSpLocks/>
            </p:cNvCxnSpPr>
            <p:nvPr/>
          </p:nvCxnSpPr>
          <p:spPr>
            <a:xfrm>
              <a:off x="3048" y="5230685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661918F-9F99-CD5F-BFE6-E39CA1548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24" y="5461142"/>
              <a:ext cx="1218895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FD8B191-4931-900A-AB3A-6097D34C028C}"/>
                </a:ext>
              </a:extLst>
            </p:cNvPr>
            <p:cNvCxnSpPr/>
            <p:nvPr/>
          </p:nvCxnSpPr>
          <p:spPr>
            <a:xfrm>
              <a:off x="2297240" y="-1"/>
              <a:ext cx="0" cy="6858001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413" y="1788680"/>
            <a:ext cx="8430767" cy="1842020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329" y="557784"/>
            <a:ext cx="1371600" cy="365760"/>
          </a:xfrm>
        </p:spPr>
        <p:txBody>
          <a:bodyPr/>
          <a:lstStyle/>
          <a:p>
            <a:fld id="{B1C93994-1E2D-3543-BD77-44FCFB71CAF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379" y="5748055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1379" y="6143001"/>
            <a:ext cx="1463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66541" y="3784036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000" i="1"/>
            </a:lvl1pPr>
            <a:lvl2pPr marL="228600" indent="0">
              <a:buNone/>
              <a:defRPr sz="2000" i="1"/>
            </a:lvl2pPr>
            <a:lvl3pPr marL="457200" indent="0">
              <a:buNone/>
              <a:defRPr sz="2000" i="1"/>
            </a:lvl3pPr>
            <a:lvl4pPr marL="685800" indent="0">
              <a:buNone/>
              <a:defRPr sz="2000" i="1"/>
            </a:lvl4pPr>
            <a:lvl5pPr marL="914400" indent="0">
              <a:buNone/>
              <a:defRPr sz="2000" i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117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187080"/>
            <a:ext cx="1371600" cy="365760"/>
          </a:xfrm>
          <a:prstGeom prst="roundRect">
            <a:avLst>
              <a:gd name="adj" fmla="val 50000"/>
            </a:avLst>
          </a:prstGeom>
          <a:ln w="15875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D16B9168-F6EC-AA44-B1F6-76306FA4BF2D}" type="datetime1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37249" y="187080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2890" y="187080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70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80" r:id="rId3"/>
    <p:sldLayoutId id="2147483781" r:id="rId4"/>
    <p:sldLayoutId id="2147483782" r:id="rId5"/>
    <p:sldLayoutId id="2147483783" r:id="rId6"/>
    <p:sldLayoutId id="2147483839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  <p:sldLayoutId id="2147483779" r:id="rId17"/>
    <p:sldLayoutId id="2147483793" r:id="rId18"/>
    <p:sldLayoutId id="2147483794" r:id="rId19"/>
    <p:sldLayoutId id="2147483795" r:id="rId20"/>
    <p:sldLayoutId id="2147483796" r:id="rId21"/>
    <p:sldLayoutId id="2147483797" r:id="rId22"/>
    <p:sldLayoutId id="2147483798" r:id="rId23"/>
    <p:sldLayoutId id="2147483799" r:id="rId24"/>
    <p:sldLayoutId id="2147483800" r:id="rId25"/>
    <p:sldLayoutId id="2147483801" r:id="rId26"/>
    <p:sldLayoutId id="2147483802" r:id="rId27"/>
    <p:sldLayoutId id="2147483803" r:id="rId28"/>
    <p:sldLayoutId id="2147483804" r:id="rId29"/>
    <p:sldLayoutId id="2147483805" r:id="rId30"/>
    <p:sldLayoutId id="2147483806" r:id="rId31"/>
    <p:sldLayoutId id="2147483807" r:id="rId32"/>
    <p:sldLayoutId id="2147483808" r:id="rId33"/>
    <p:sldLayoutId id="2147483810" r:id="rId34"/>
    <p:sldLayoutId id="2147483811" r:id="rId35"/>
    <p:sldLayoutId id="2147483812" r:id="rId36"/>
    <p:sldLayoutId id="2147483813" r:id="rId37"/>
    <p:sldLayoutId id="2147483815" r:id="rId38"/>
    <p:sldLayoutId id="2147483816" r:id="rId39"/>
    <p:sldLayoutId id="2147483817" r:id="rId40"/>
    <p:sldLayoutId id="2147483809" r:id="rId41"/>
    <p:sldLayoutId id="2147483814" r:id="rId42"/>
    <p:sldLayoutId id="2147483819" r:id="rId43"/>
    <p:sldLayoutId id="2147483820" r:id="rId44"/>
    <p:sldLayoutId id="2147483821" r:id="rId45"/>
    <p:sldLayoutId id="2147483822" r:id="rId46"/>
    <p:sldLayoutId id="2147483818" r:id="rId47"/>
    <p:sldLayoutId id="2147483823" r:id="rId48"/>
    <p:sldLayoutId id="2147483825" r:id="rId49"/>
    <p:sldLayoutId id="2147483826" r:id="rId50"/>
    <p:sldLayoutId id="2147483827" r:id="rId51"/>
    <p:sldLayoutId id="2147483828" r:id="rId52"/>
    <p:sldLayoutId id="2147483829" r:id="rId53"/>
    <p:sldLayoutId id="2147483830" r:id="rId54"/>
    <p:sldLayoutId id="2147483831" r:id="rId55"/>
    <p:sldLayoutId id="2147483832" r:id="rId56"/>
    <p:sldLayoutId id="2147483833" r:id="rId57"/>
    <p:sldLayoutId id="2147483834" r:id="rId58"/>
    <p:sldLayoutId id="2147483835" r:id="rId59"/>
    <p:sldLayoutId id="2147483836" r:id="rId60"/>
    <p:sldLayoutId id="2147483837" r:id="rId61"/>
    <p:sldLayoutId id="2147483838" r:id="rId62"/>
  </p:sldLayoutIdLst>
  <p:hf sldNum="0" hdr="0" ftr="0" dt="0"/>
  <p:txStyles>
    <p:titleStyle>
      <a:lvl1pPr algn="l" defTabSz="914400" rtl="0" eaLnBrk="1" latinLnBrk="0" hangingPunct="1">
        <a:lnSpc>
          <a:spcPct val="75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6E32-87FC-168E-D942-0EDA1EB5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Research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8469-3BCA-0223-72F9-7A0973F9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Data: </a:t>
            </a:r>
            <a:r>
              <a:rPr lang="en-US" sz="2800" dirty="0">
                <a:latin typeface="Aptos" panose="020B0004020202020204" pitchFamily="34" charset="0"/>
              </a:rPr>
              <a:t>Framingham Heart Study patients with adjudicated laboratory, clinical, and questionnaire measurements, no prior stroke, and complete cases in all candidate covariates (n = 4,275)</a:t>
            </a:r>
          </a:p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Primary Aim: </a:t>
            </a:r>
            <a:r>
              <a:rPr lang="en-US" sz="2800" dirty="0">
                <a:latin typeface="Aptos" panose="020B0004020202020204" pitchFamily="34" charset="0"/>
              </a:rPr>
              <a:t>Predict ten-year probability of stroke across different levels of patient risk, stratified by sex</a:t>
            </a:r>
          </a:p>
          <a:p>
            <a:pPr>
              <a:spcAft>
                <a:spcPts val="1200"/>
              </a:spcAft>
            </a:pPr>
            <a:r>
              <a:rPr lang="en-US" sz="2800" b="1" dirty="0">
                <a:latin typeface="Aptos" panose="020B0004020202020204" pitchFamily="34" charset="0"/>
              </a:rPr>
              <a:t>Secondary Aim: </a:t>
            </a:r>
            <a:r>
              <a:rPr lang="en-US" sz="2800" dirty="0">
                <a:latin typeface="Aptos" panose="020B0004020202020204" pitchFamily="34" charset="0"/>
              </a:rPr>
              <a:t>Determine if time-varying survival analysis is necessary to account for covariate change over time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45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2E9B-076E-8999-AC85-0EA10C0B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A95D5-D8FF-7E17-4976-DE0237859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Variables of Interest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C0B34-E191-B8A6-E0C2-D5A1DE9E9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latin typeface="Aptos" panose="020B0004020202020204" pitchFamily="34" charset="0"/>
              </a:rPr>
              <a:t>Outcomes: </a:t>
            </a:r>
            <a:r>
              <a:rPr lang="en-US" sz="2800" dirty="0">
                <a:latin typeface="Aptos" panose="020B0004020202020204" pitchFamily="34" charset="0"/>
              </a:rPr>
              <a:t>10-year stroke</a:t>
            </a:r>
          </a:p>
          <a:p>
            <a:pPr marL="685800" lvl="1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Administrative censoring at ten years, patients with competing risks of death or MI censored at time of event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Covariates: </a:t>
            </a:r>
            <a:r>
              <a:rPr lang="en-US" sz="2800" dirty="0">
                <a:latin typeface="Aptos" panose="020B0004020202020204" pitchFamily="34" charset="0"/>
              </a:rPr>
              <a:t>Age, systolic blood pressure, diabetes, CHD, smoking, blood pressure medication, cholesterol, and BMI</a:t>
            </a:r>
          </a:p>
          <a:p>
            <a:r>
              <a:rPr lang="en-US" sz="2800" b="1" dirty="0">
                <a:latin typeface="Aptos" panose="020B0004020202020204" pitchFamily="34" charset="0"/>
              </a:rPr>
              <a:t>Risk Profiles: </a:t>
            </a:r>
            <a:r>
              <a:rPr lang="en-US" sz="2800" dirty="0">
                <a:latin typeface="Aptos" panose="020B0004020202020204" pitchFamily="34" charset="0"/>
              </a:rPr>
              <a:t>Calculated at age 40, 50, and 60 for both men &amp; women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No baseline risk (determined as the mean level of continuous variables and the absence of categorical risk factors)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High blood pressure (systolic blood pressure = 160)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Diabetes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High blood pressure and diabetes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Smoking</a:t>
            </a:r>
          </a:p>
          <a:p>
            <a:pPr lvl="1"/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69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52BF-6B34-7FE8-9617-8EFF6370A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5DB3E-F776-D8AB-CB1A-2E7A3145E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Primary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355E-D1F7-C323-B09F-13320BA2D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932606"/>
          </a:xfrm>
        </p:spPr>
        <p:txBody>
          <a:bodyPr>
            <a:normAutofit/>
          </a:bodyPr>
          <a:lstStyle/>
          <a:p>
            <a:pPr marL="5143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Missingness determined as </a:t>
            </a:r>
            <a:r>
              <a:rPr lang="en-US" sz="2200" b="1" dirty="0">
                <a:latin typeface="Aptos" panose="020B0004020202020204" pitchFamily="34" charset="0"/>
              </a:rPr>
              <a:t>ignorable </a:t>
            </a:r>
            <a:r>
              <a:rPr lang="en-US" sz="2200" dirty="0">
                <a:latin typeface="Aptos" panose="020B0004020202020204" pitchFamily="34" charset="0"/>
              </a:rPr>
              <a:t>from logistic regression with stroke as the predictor of the missing covariates (all p &gt; 0.05) &amp; Little’s MCAR test (p = 0.77)</a:t>
            </a:r>
          </a:p>
          <a:p>
            <a:pPr marL="5143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Variable selection conducted with LASSO-penalized Cox Proportional hazards model, then final Cox PH model fit separately for males &amp; females with selected variables</a:t>
            </a:r>
          </a:p>
          <a:p>
            <a:pPr marL="742950" lvl="2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Selected variables: </a:t>
            </a:r>
            <a:r>
              <a:rPr lang="en-US" sz="2200" b="1" dirty="0">
                <a:latin typeface="Aptos" panose="020B0004020202020204" pitchFamily="34" charset="0"/>
              </a:rPr>
              <a:t>age, systolic blood pressure, diabetes </a:t>
            </a:r>
            <a:r>
              <a:rPr lang="en-US" sz="2200" dirty="0">
                <a:latin typeface="Aptos" panose="020B0004020202020204" pitchFamily="34" charset="0"/>
              </a:rPr>
              <a:t>(forced in model); </a:t>
            </a:r>
            <a:r>
              <a:rPr lang="en-US" sz="2200" b="1" dirty="0">
                <a:latin typeface="Aptos" panose="020B0004020202020204" pitchFamily="34" charset="0"/>
              </a:rPr>
              <a:t>coronary heart disease &amp; smoking </a:t>
            </a:r>
            <a:r>
              <a:rPr lang="en-US" sz="2200" dirty="0">
                <a:latin typeface="Aptos" panose="020B0004020202020204" pitchFamily="34" charset="0"/>
              </a:rPr>
              <a:t>(chosen through variable selection) for </a:t>
            </a:r>
            <a:r>
              <a:rPr lang="en-US" sz="2200" b="1" dirty="0">
                <a:latin typeface="Aptos" panose="020B0004020202020204" pitchFamily="34" charset="0"/>
              </a:rPr>
              <a:t>both male and female model</a:t>
            </a:r>
          </a:p>
          <a:p>
            <a:pPr marL="5143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C-statistic = 0.77 for males, 0.72 for females</a:t>
            </a:r>
          </a:p>
        </p:txBody>
      </p:sp>
    </p:spTree>
    <p:extLst>
      <p:ext uri="{BB962C8B-B14F-4D97-AF65-F5344CB8AC3E}">
        <p14:creationId xmlns:p14="http://schemas.microsoft.com/office/powerpoint/2010/main" val="117862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0253D-3432-4687-24A4-584BF0557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BF3A69-89C2-2AC4-52A9-D693769CE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72947"/>
              </p:ext>
            </p:extLst>
          </p:nvPr>
        </p:nvGraphicFramePr>
        <p:xfrm>
          <a:off x="786054" y="4141652"/>
          <a:ext cx="9836119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7210">
                  <a:extLst>
                    <a:ext uri="{9D8B030D-6E8A-4147-A177-3AD203B41FA5}">
                      <a16:colId xmlns:a16="http://schemas.microsoft.com/office/drawing/2014/main" val="3705818972"/>
                    </a:ext>
                  </a:extLst>
                </a:gridCol>
                <a:gridCol w="2500708">
                  <a:extLst>
                    <a:ext uri="{9D8B030D-6E8A-4147-A177-3AD203B41FA5}">
                      <a16:colId xmlns:a16="http://schemas.microsoft.com/office/drawing/2014/main" val="2846668427"/>
                    </a:ext>
                  </a:extLst>
                </a:gridCol>
                <a:gridCol w="2584065">
                  <a:extLst>
                    <a:ext uri="{9D8B030D-6E8A-4147-A177-3AD203B41FA5}">
                      <a16:colId xmlns:a16="http://schemas.microsoft.com/office/drawing/2014/main" val="2306420308"/>
                    </a:ext>
                  </a:extLst>
                </a:gridCol>
                <a:gridCol w="2834136">
                  <a:extLst>
                    <a:ext uri="{9D8B030D-6E8A-4147-A177-3AD203B41FA5}">
                      <a16:colId xmlns:a16="http://schemas.microsoft.com/office/drawing/2014/main" val="2222490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Aptos" panose="020B0004020202020204" pitchFamily="34" charset="0"/>
                        </a:rPr>
                        <a:t>Risk Profile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Aptos" panose="020B0004020202020204" pitchFamily="34" charset="0"/>
                        </a:rPr>
                        <a:t>Age 40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Aptos" panose="020B0004020202020204" pitchFamily="34" charset="0"/>
                        </a:rPr>
                        <a:t>Age 50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Aptos" panose="020B0004020202020204" pitchFamily="34" charset="0"/>
                        </a:rPr>
                        <a:t>Age 60</a:t>
                      </a:r>
                      <a:endParaRPr lang="en-US" sz="2000" b="1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49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No Risk Factors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4.00% (2.70%, 5.28%)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6.73% (5.09%, 8.34%)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11.23% (8.44%, 13.94%)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9559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High SBP (160)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7.62% (4.97%, 10.19%)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12.66% (9.52%, 15.70%)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20.66% (16.01%, 25.05%)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01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Diabetes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9.94% (4.97%, 14.66%)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16.39% (9.32%, 22.90%)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26.35% (15.58%, 35.75%)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782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High SBP + Diabetes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18.41% (9.20%, 26.69%)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29.37% (17.30%, 39.67%)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44.79% (28.65%, 57.28%)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132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Smoker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>
                          <a:effectLst/>
                          <a:latin typeface="Aptos" panose="020B0004020202020204" pitchFamily="34" charset="0"/>
                        </a:rPr>
                        <a:t>6.54% (4.91%, 8.14%)</a:t>
                      </a:r>
                      <a:endParaRPr lang="en-US" sz="20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10.92% (9.10%, 12.69%)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Aptos" panose="020B0004020202020204" pitchFamily="34" charset="0"/>
                        </a:rPr>
                        <a:t>17.92% (14.33%, 21.36%)</a:t>
                      </a:r>
                      <a:endParaRPr lang="en-US" sz="20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581163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B3E81C5D-1FCE-E7BA-68F7-ACB89B9DB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54" y="3644029"/>
            <a:ext cx="444620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10-Year Stroke Probability, Male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A4D4B1-1D20-E600-A54D-3E3F0DAB1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28706"/>
              </p:ext>
            </p:extLst>
          </p:nvPr>
        </p:nvGraphicFramePr>
        <p:xfrm>
          <a:off x="786054" y="1004710"/>
          <a:ext cx="9836119" cy="192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7210">
                  <a:extLst>
                    <a:ext uri="{9D8B030D-6E8A-4147-A177-3AD203B41FA5}">
                      <a16:colId xmlns:a16="http://schemas.microsoft.com/office/drawing/2014/main" val="3705818972"/>
                    </a:ext>
                  </a:extLst>
                </a:gridCol>
                <a:gridCol w="2500708">
                  <a:extLst>
                    <a:ext uri="{9D8B030D-6E8A-4147-A177-3AD203B41FA5}">
                      <a16:colId xmlns:a16="http://schemas.microsoft.com/office/drawing/2014/main" val="2846668427"/>
                    </a:ext>
                  </a:extLst>
                </a:gridCol>
                <a:gridCol w="2584065">
                  <a:extLst>
                    <a:ext uri="{9D8B030D-6E8A-4147-A177-3AD203B41FA5}">
                      <a16:colId xmlns:a16="http://schemas.microsoft.com/office/drawing/2014/main" val="2306420308"/>
                    </a:ext>
                  </a:extLst>
                </a:gridCol>
                <a:gridCol w="2834136">
                  <a:extLst>
                    <a:ext uri="{9D8B030D-6E8A-4147-A177-3AD203B41FA5}">
                      <a16:colId xmlns:a16="http://schemas.microsoft.com/office/drawing/2014/main" val="22224909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Risk Profile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Age 40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Age 50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Age 60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4933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No Risk Factors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3.09% (2.02%, 4.14%)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5.58% (4.37%, 6.77%)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9.98% (7.81%, 12.11%)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89559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High SBP (160)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4.64% (2.87%, 6.38%)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8.33% (6.41%, 10.21%)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14.72% (12.00%, 17.35%)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01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Diabetes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6.71% (2.64%, 10.62%)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11.94% (5.61%, 17.85%)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20.77% (10.12%, 30.16%)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782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High SBP + Diabetes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9.98% (3.85%, 15.73%)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17.52% (8.47%, 25.67%)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29.71% (15.67%, 41.42%)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7132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Smoker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4.29% (2.93%, 5.63%)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7.71% (5.98%, 9.40%)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13.65% (10.02%, 17.14%)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7581163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C272546-47DB-77CD-57B8-516D79882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054" y="494310"/>
            <a:ext cx="4801239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45720" rIns="38088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10-Year Stroke Probability, Female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32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FDAF3-2BD1-7C70-6A44-C3925DC0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961FAD2A-9077-7822-8AC3-03154955FE1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2551" y="0"/>
            <a:ext cx="5826897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381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B86A-5CFF-69B6-AD7F-E05FBA2D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AB804-FB00-861A-7547-3216773C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ptos" panose="020B0004020202020204" pitchFamily="34" charset="0"/>
              </a:rPr>
              <a:t>Secondary Analysis Results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2AD8A2-2A6A-24BB-8EB0-A5DC95B0D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485" y="1657476"/>
            <a:ext cx="5483353" cy="4932606"/>
          </a:xfrm>
        </p:spPr>
        <p:txBody>
          <a:bodyPr>
            <a:normAutofit/>
          </a:bodyPr>
          <a:lstStyle/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Increases in average systolic blood pressure, incidence of diabetes and coronary heart disease, and use of blood pressure medication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Decrease in smoking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Aptos" panose="020B0004020202020204" pitchFamily="34" charset="0"/>
            </a:endParaRP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Time-varying analysis may be more precise by </a:t>
            </a:r>
            <a:r>
              <a:rPr lang="en-US" sz="2000" b="1" dirty="0">
                <a:latin typeface="Aptos" panose="020B0004020202020204" pitchFamily="34" charset="0"/>
              </a:rPr>
              <a:t>accounting for changing baseline states </a:t>
            </a:r>
            <a:r>
              <a:rPr lang="en-US" sz="2000" dirty="0">
                <a:latin typeface="Aptos" panose="020B0004020202020204" pitchFamily="34" charset="0"/>
              </a:rPr>
              <a:t>due to worsening health outcomes over time, </a:t>
            </a:r>
            <a:r>
              <a:rPr lang="en-US" sz="2000" b="1" dirty="0">
                <a:latin typeface="Aptos" panose="020B0004020202020204" pitchFamily="34" charset="0"/>
              </a:rPr>
              <a:t>reducing bias </a:t>
            </a:r>
            <a:r>
              <a:rPr lang="en-US" sz="2000" dirty="0">
                <a:latin typeface="Aptos" panose="020B0004020202020204" pitchFamily="34" charset="0"/>
              </a:rPr>
              <a:t>and leading to </a:t>
            </a:r>
            <a:r>
              <a:rPr lang="en-US" sz="2000" b="1" dirty="0">
                <a:latin typeface="Aptos" panose="020B0004020202020204" pitchFamily="34" charset="0"/>
              </a:rPr>
              <a:t>more accurate hazard ratios</a:t>
            </a:r>
          </a:p>
          <a:p>
            <a:pPr lvl="2"/>
            <a:endParaRPr lang="en-US" sz="2000" dirty="0">
              <a:latin typeface="Aptos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A78C92-0CCE-C6E8-E9BE-44BBC6ED5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657713"/>
              </p:ext>
            </p:extLst>
          </p:nvPr>
        </p:nvGraphicFramePr>
        <p:xfrm>
          <a:off x="220887" y="1798977"/>
          <a:ext cx="6542772" cy="4389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2777">
                  <a:extLst>
                    <a:ext uri="{9D8B030D-6E8A-4147-A177-3AD203B41FA5}">
                      <a16:colId xmlns:a16="http://schemas.microsoft.com/office/drawing/2014/main" val="3630014096"/>
                    </a:ext>
                  </a:extLst>
                </a:gridCol>
                <a:gridCol w="1608609">
                  <a:extLst>
                    <a:ext uri="{9D8B030D-6E8A-4147-A177-3AD203B41FA5}">
                      <a16:colId xmlns:a16="http://schemas.microsoft.com/office/drawing/2014/main" val="951099991"/>
                    </a:ext>
                  </a:extLst>
                </a:gridCol>
                <a:gridCol w="1635693">
                  <a:extLst>
                    <a:ext uri="{9D8B030D-6E8A-4147-A177-3AD203B41FA5}">
                      <a16:colId xmlns:a16="http://schemas.microsoft.com/office/drawing/2014/main" val="960337919"/>
                    </a:ext>
                  </a:extLst>
                </a:gridCol>
                <a:gridCol w="1635693">
                  <a:extLst>
                    <a:ext uri="{9D8B030D-6E8A-4147-A177-3AD203B41FA5}">
                      <a16:colId xmlns:a16="http://schemas.microsoft.com/office/drawing/2014/main" val="1344427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38100" marR="38100" marT="0" marB="0"/>
                </a:tc>
                <a:tc gridSpan="3">
                  <a:txBody>
                    <a:bodyPr/>
                    <a:lstStyle/>
                    <a:p>
                      <a:pPr marL="0" marR="0" algn="ctr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Period</a:t>
                      </a: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2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Characteristic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N = 3,1971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N = 3,1971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N = 3,1971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987483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Systolic BP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130.12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(20.07)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135.64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(21.59)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140.19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(22.93)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675009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Total Cholesterol (mg/dL)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235.41 (44.01)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249.97 (44.93)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236.56 (44.39)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002449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   (Missing)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109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210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06761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Smoker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1,522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(48%)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1,391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(44%)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1,094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(34%)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950517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BMI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25.74 (3.97)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25.86 (4.04)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25.90 (4.08)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436427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   (Missing)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767402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Diabetes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58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(1.8%)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105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(3.3%)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250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(7.8%)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866233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Blood Pressure Medication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77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(2.4%)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275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(8.8%)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414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(15%)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74164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    (Missing)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437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657805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Coronary Heart Disease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74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(2.3%)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178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(5.6%)</a:t>
                      </a: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350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(11%)</a:t>
                      </a: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196437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014074"/>
      </p:ext>
    </p:extLst>
  </p:cSld>
  <p:clrMapOvr>
    <a:masterClrMapping/>
  </p:clrMapOvr>
</p:sld>
</file>

<file path=ppt/theme/theme1.xml><?xml version="1.0" encoding="utf-8"?>
<a:theme xmlns:a="http://schemas.openxmlformats.org/drawingml/2006/main" name="Neutrals">
  <a:themeElements>
    <a:clrScheme name="Neutral Blue &amp; Green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E6E3DD"/>
      </a:accent1>
      <a:accent2>
        <a:srgbClr val="DCE4E7"/>
      </a:accent2>
      <a:accent3>
        <a:srgbClr val="F2F0ED"/>
      </a:accent3>
      <a:accent4>
        <a:srgbClr val="8C9178"/>
      </a:accent4>
      <a:accent5>
        <a:srgbClr val="919EAC"/>
      </a:accent5>
      <a:accent6>
        <a:srgbClr val="1D2144"/>
      </a:accent6>
      <a:hlink>
        <a:srgbClr val="2A4211"/>
      </a:hlink>
      <a:folHlink>
        <a:srgbClr val="663E17"/>
      </a:folHlink>
    </a:clrScheme>
    <a:fontScheme name="Custom 11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utrals_Marketing Presentation_win32_EF_v6" id="{67DB2C2D-FCF8-40FC-96D1-B8ECBEC2131C}" vid="{B44846DD-0C03-4691-B9FA-7B87E0EBB99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CEDABF-7176-4A42-8EF9-E5D4DD31FF6C}">
  <ds:schemaRefs>
    <ds:schemaRef ds:uri="71af3243-3dd4-4a8d-8c0d-dd76da1f02a5"/>
    <ds:schemaRef ds:uri="http://schemas.microsoft.com/sharepoint/v3"/>
    <ds:schemaRef ds:uri="http://purl.org/dc/terms/"/>
    <ds:schemaRef ds:uri="http://schemas.microsoft.com/office/2006/documentManagement/types"/>
    <ds:schemaRef ds:uri="230e9df3-be65-4c73-a93b-d1236ebd677e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9EEC3793-C1BC-496C-A03C-202DFFC51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{2CA85A58-E873-4A41-8592-E968280228EE}0743cd2c-45be-4ec9-be1d-752c74c944b1-TFffbca3bb-2f91-4c96-94aa-cfcf1da3bf44eb66806c_win32</Template>
  <TotalTime>585</TotalTime>
  <Words>729</Words>
  <Application>Microsoft Office PowerPoint</Application>
  <PresentationFormat>Widescreen</PresentationFormat>
  <Paragraphs>122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Felix Titling</vt:lpstr>
      <vt:lpstr>Goudy Old Style</vt:lpstr>
      <vt:lpstr>Neutrals</vt:lpstr>
      <vt:lpstr>Research Aims</vt:lpstr>
      <vt:lpstr>Variables of Interest</vt:lpstr>
      <vt:lpstr>Primary Analysis</vt:lpstr>
      <vt:lpstr>PowerPoint Presentation</vt:lpstr>
      <vt:lpstr>PowerPoint Presentation</vt:lpstr>
      <vt:lpstr>Secondary Analysis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Marshall Roll</dc:creator>
  <cp:lastModifiedBy>Marshall Roll</cp:lastModifiedBy>
  <cp:revision>6</cp:revision>
  <dcterms:created xsi:type="dcterms:W3CDTF">2026-02-03T23:47:24Z</dcterms:created>
  <dcterms:modified xsi:type="dcterms:W3CDTF">2026-04-22T05:50:34Z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